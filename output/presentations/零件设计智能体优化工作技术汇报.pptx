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fa6e4803454fd0" /><Relationship Type="http://schemas.openxmlformats.org/officeDocument/2006/relationships/extended-properties" Target="/docProps/app.xml" Id="R0e2dd90e331e4cf2" /><Relationship Type="http://schemas.openxmlformats.org/officeDocument/2006/relationships/officeDocument" Target="/ppt/presentation.xml" Id="R18a9119dd47e40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8aa9df31f14cfb"/>
  </p:sldMasterIdLst>
  <p:notesMasterIdLst>
    <p:notesMasterId xmlns:r="http://schemas.openxmlformats.org/officeDocument/2006/relationships" r:id="Rdca7e63b71ac4b3d"/>
  </p:notesMasterIdLst>
  <p:sldIdLst>
    <p:sldId xmlns:r="http://schemas.openxmlformats.org/officeDocument/2006/relationships" id="256" r:id="Rad4ab34f78d142cc"/>
    <p:sldId xmlns:r="http://schemas.openxmlformats.org/officeDocument/2006/relationships" id="257" r:id="R796daf1c9fb54910"/>
    <p:sldId xmlns:r="http://schemas.openxmlformats.org/officeDocument/2006/relationships" id="258" r:id="R1b40fe1d2ca44fa5"/>
    <p:sldId xmlns:r="http://schemas.openxmlformats.org/officeDocument/2006/relationships" id="259" r:id="R66c8f393225f4028"/>
    <p:sldId xmlns:r="http://schemas.openxmlformats.org/officeDocument/2006/relationships" id="260" r:id="R8eaa17d9a562475d"/>
    <p:sldId xmlns:r="http://schemas.openxmlformats.org/officeDocument/2006/relationships" id="261" r:id="R121fbe21ad7845e5"/>
    <p:sldId xmlns:r="http://schemas.openxmlformats.org/officeDocument/2006/relationships" id="262" r:id="R0205caa73c8a4137"/>
    <p:sldId xmlns:r="http://schemas.openxmlformats.org/officeDocument/2006/relationships" id="263" r:id="R84424c822e74436c"/>
    <p:sldId xmlns:r="http://schemas.openxmlformats.org/officeDocument/2006/relationships" id="264" r:id="Rbe8644db9f78480d"/>
    <p:sldId xmlns:r="http://schemas.openxmlformats.org/officeDocument/2006/relationships" id="265" r:id="Rb9d28607dae44d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99a08b7ac745d8" /><Relationship Type="http://schemas.openxmlformats.org/officeDocument/2006/relationships/slideMaster" Target="/ppt/slideMasters/slideMaster1.xml" Id="R248aa9df31f14cfb" /><Relationship Type="http://schemas.openxmlformats.org/officeDocument/2006/relationships/notesMaster" Target="/ppt/notesMasters/notesMaster1.xml" Id="Rdca7e63b71ac4b3d" /><Relationship Type="http://schemas.openxmlformats.org/officeDocument/2006/relationships/presProps" Target="/ppt/presProps.xml" Id="R175ad4468ce64866" /><Relationship Type="http://schemas.openxmlformats.org/officeDocument/2006/relationships/tableStyles" Target="/ppt/tableStyles.xml" Id="R8fe8c7305fe74a95" /><Relationship Type="http://schemas.openxmlformats.org/officeDocument/2006/relationships/slide" Target="/ppt/slides/slide1.xml" Id="Rad4ab34f78d142cc" /><Relationship Type="http://schemas.openxmlformats.org/officeDocument/2006/relationships/slide" Target="/ppt/slides/slide2.xml" Id="R796daf1c9fb54910" /><Relationship Type="http://schemas.openxmlformats.org/officeDocument/2006/relationships/slide" Target="/ppt/slides/slide3.xml" Id="R1b40fe1d2ca44fa5" /><Relationship Type="http://schemas.openxmlformats.org/officeDocument/2006/relationships/slide" Target="/ppt/slides/slide4.xml" Id="R66c8f393225f4028" /><Relationship Type="http://schemas.openxmlformats.org/officeDocument/2006/relationships/slide" Target="/ppt/slides/slide5.xml" Id="R8eaa17d9a562475d" /><Relationship Type="http://schemas.openxmlformats.org/officeDocument/2006/relationships/slide" Target="/ppt/slides/slide6.xml" Id="R121fbe21ad7845e5" /><Relationship Type="http://schemas.openxmlformats.org/officeDocument/2006/relationships/slide" Target="/ppt/slides/slide7.xml" Id="R0205caa73c8a4137" /><Relationship Type="http://schemas.openxmlformats.org/officeDocument/2006/relationships/slide" Target="/ppt/slides/slide8.xml" Id="R84424c822e74436c" /><Relationship Type="http://schemas.openxmlformats.org/officeDocument/2006/relationships/slide" Target="/ppt/slides/slide9.xml" Id="Rbe8644db9f78480d" /><Relationship Type="http://schemas.openxmlformats.org/officeDocument/2006/relationships/slide" Target="/ppt/slides/slide10.xml" Id="Rb9d28607dae44d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5d4a79f8a246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78e26efbbd49ab" /><Relationship Type="http://schemas.openxmlformats.org/officeDocument/2006/relationships/notesMaster" Target="/ppt/notesMasters/notesMaster1.xml" Id="R60a327f5203746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9e72ffb8474e19" /><Relationship Type="http://schemas.openxmlformats.org/officeDocument/2006/relationships/notesMaster" Target="/ppt/notesMasters/notesMaster1.xml" Id="R4f8802c985274d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7844dbb8be487b" /><Relationship Type="http://schemas.openxmlformats.org/officeDocument/2006/relationships/notesMaster" Target="/ppt/notesMasters/notesMaster1.xml" Id="R3eb08e81b21042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b07ae8fead4c8e" /><Relationship Type="http://schemas.openxmlformats.org/officeDocument/2006/relationships/notesMaster" Target="/ppt/notesMasters/notesMaster1.xml" Id="R212c8ca77a2741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51f9c7085a4ecb" /><Relationship Type="http://schemas.openxmlformats.org/officeDocument/2006/relationships/notesMaster" Target="/ppt/notesMasters/notesMaster1.xml" Id="R0b431a5cef3e4a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40633b22e74066" /><Relationship Type="http://schemas.openxmlformats.org/officeDocument/2006/relationships/notesMaster" Target="/ppt/notesMasters/notesMaster1.xml" Id="R9c3167adb54f4f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8919b804be4f1c" /><Relationship Type="http://schemas.openxmlformats.org/officeDocument/2006/relationships/notesMaster" Target="/ppt/notesMasters/notesMaster1.xml" Id="R11782fc4e39a4f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f8d6ae87a94a11" /><Relationship Type="http://schemas.openxmlformats.org/officeDocument/2006/relationships/notesMaster" Target="/ppt/notesMasters/notesMaster1.xml" Id="R4d2df844579f47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d2f1e805c249e3" /><Relationship Type="http://schemas.openxmlformats.org/officeDocument/2006/relationships/notesMaster" Target="/ppt/notesMasters/notesMaster1.xml" Id="Rc30af3404d7a46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077a65a0cb482c" /><Relationship Type="http://schemas.openxmlformats.org/officeDocument/2006/relationships/notesMaster" Target="/ppt/notesMasters/notesMaster1.xml" Id="R244c186de66e42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5f9af9ab94f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4788308d4941aa" /><Relationship Type="http://schemas.openxmlformats.org/officeDocument/2006/relationships/slideLayout" Target="/ppt/slideLayouts/slideLayout1.xml" Id="Rdbe6b0bb8d6944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e6b0bb8d6944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39a3551df42f7" /><Relationship Type="http://schemas.openxmlformats.org/officeDocument/2006/relationships/image" Target="/ppt/media/image.png" Id="Rfe534cacfaac4bfa" /><Relationship Type="http://schemas.openxmlformats.org/officeDocument/2006/relationships/notesSlide" Target="/ppt/notesSlides/notesSlide1.xml" Id="Ra10a376360744c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56ed0f04645ba" /><Relationship Type="http://schemas.openxmlformats.org/officeDocument/2006/relationships/notesSlide" Target="/ppt/notesSlides/notesSlide2.xml" Id="Rc51bd9ca8f774a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f582e27794556" /><Relationship Type="http://schemas.openxmlformats.org/officeDocument/2006/relationships/notesSlide" Target="/ppt/notesSlides/notesSlide3.xml" Id="Rc4e45d7ab65e4b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d1df5c44f4a59" /><Relationship Type="http://schemas.openxmlformats.org/officeDocument/2006/relationships/notesSlide" Target="/ppt/notesSlides/notesSlide4.xml" Id="R5204b30c4a134f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e33cf6fed4046" /><Relationship Type="http://schemas.openxmlformats.org/officeDocument/2006/relationships/notesSlide" Target="/ppt/notesSlides/notesSlide5.xml" Id="Rcd61d25ca7e64d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d4a1b7f1140b8" /><Relationship Type="http://schemas.openxmlformats.org/officeDocument/2006/relationships/notesSlide" Target="/ppt/notesSlides/notesSlide6.xml" Id="Re9bf65cf2ab44d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55b7379fc46cd" /><Relationship Type="http://schemas.openxmlformats.org/officeDocument/2006/relationships/notesSlide" Target="/ppt/notesSlides/notesSlide7.xml" Id="R3af9ff67fe764a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d35b36f1f44d1" /><Relationship Type="http://schemas.openxmlformats.org/officeDocument/2006/relationships/notesSlide" Target="/ppt/notesSlides/notesSlide8.xml" Id="R627bbe64e49f4e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a8ce165254d44" /><Relationship Type="http://schemas.openxmlformats.org/officeDocument/2006/relationships/notesSlide" Target="/ppt/notesSlides/notesSlide9.xml" Id="Reed26fc1609241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3a944833940ac" /><Relationship Type="http://schemas.openxmlformats.org/officeDocument/2006/relationships/notesSlide" Target="/ppt/notesSlides/notesSlide10.xml" Id="R6444b6f9498740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34cacfaac4bfa"/>
          <a:srcRect xmlns:a="http://schemas.openxmlformats.org/drawingml/2006/main" l="21078" t="0" r="210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0"/>
            <a:ext cx="7048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F2FA8-C44F-45BF-B25D-FED01489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A5ABC-064A-42EF-91EE-C759710F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630CE-3771-4B09-9239-CEF02E8B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零件设计智能体优化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工作技术汇报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C1CF3-84FF-44C6-ADF1-6616BAA1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D9E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9E6EF"/>
                </a:solidFill>
                <a:latin typeface="Microsoft YaHei"/>
                <a:ea typeface="Microsoft YaHei"/>
                <a:cs typeface="Microsoft YaHei"/>
              </a:rPr>
              <a:t>按6月23日执行安排汇报：工作方式、工作量、阶段结果与演示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47E07-1E09-4493-A3FC-7FB64095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B9CA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9CAD8"/>
                </a:solidFill>
                <a:latin typeface="Microsoft YaHei"/>
                <a:ea typeface="Microsoft YaHei"/>
                <a:cs typeface="Microsoft YaHei"/>
              </a:rPr>
              <a:t>汇报重点：先讲怎么组织和怎么做，最后讲效果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45790-CD4A-418F-B137-BFE691E8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9CA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AD8"/>
                </a:solidFill>
                <a:latin typeface="Microsoft YaHei"/>
                <a:ea typeface="Microsoft YaHei"/>
                <a:cs typeface="Microsoft YaHei"/>
              </a:rPr>
              <a:t>2026年6月</a:t>
            </a:r>
          </a:p>
        </p:txBody>
      </p:sp>
    </p:spTree>
    <p:extLst>
      <p:ext uri="{BB962C8B-B14F-4D97-AF65-F5344CB8AC3E}">
        <p14:creationId xmlns:p14="http://schemas.microsoft.com/office/powerpoint/2010/main" val="15223778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FB2B33-B206-4C01-877A-67533790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按623执行安排组织工作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1FD39-0C86-42D5-B138-B1CD3207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rPr>
              <a:t>七条工作线先并行补齐资料、规则和测试口径，再合并为可持续优化闭环。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14622-3814-4F9C-BAF7-5778DBE9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8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28C57-B53F-4881-87BE-DE88C960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零件设计智能体优化工作技术汇报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D6B7E-120B-4986-8620-DC4A30F3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A467C-ED41-4294-8A94-C3594FFD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92397-1B58-48B2-9F29-4780C38F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工作线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8ABD2-16F0-4535-9A6A-45DDD66E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62100"/>
            <a:ext cx="914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B1E45-B484-4DB3-B058-E9593EE8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764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7E442-775B-4DD2-B7F1-AA994D07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62100"/>
            <a:ext cx="771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4F87A-8CE7-4BE8-A1C4-B2D0E54B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764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按大纲要求完成的核心动作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41F98-F4E6-449A-B41E-F0653A81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A2F2C-30EB-499A-90E2-E62DC487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764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350A4-CDCD-4313-B5A5-15D1084D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764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按大纲要求完成的核心动作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3C2A0-7282-4037-8EFA-DB3B03BF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DCEEA-9E54-4428-A3E7-8B8FA60F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 接口源码分析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AAD9F-71D4-4B54-854A-0EADE7F6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19300"/>
            <a:ext cx="914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FCD2D-7FAE-484F-B2D3-8C642AE6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336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博强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9F138-6C7F-4938-BA38-55A2CE6B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19300"/>
            <a:ext cx="771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8B435A-7843-4E87-AEF7-B24694B9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336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看清IPM/QPP/ECMS/TC工具能力、入参出参和错误影响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9F8834-1B50-41C3-BADB-BA3F1B91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D557C2-0EE8-46FA-B712-2EE088E9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2 接口模块说明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C4E5BB-CE0A-4661-A0F0-BD7E8941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33650"/>
            <a:ext cx="914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1959F-DA9C-493D-BB3D-79B7B2FA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479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明芮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224804-63BF-4A7A-A171-32862F1C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33650"/>
            <a:ext cx="771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BC73D3-782E-473A-A081-B01D1BD6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479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按模板补齐各系统工具说明，给后续工具改进提供依据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8F6F9B-C1AB-4B06-91BC-CF7C3D2E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8830C6-C482-45C2-8111-EC694DEA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3 业务专家示例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DCF932-528D-4E49-A4CB-C4943809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48000"/>
            <a:ext cx="914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F12776-FE4E-4B03-9D8D-2794E99F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623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世豪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920572-126F-4741-B66D-3352B80E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48000"/>
            <a:ext cx="771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6F18FB-74C8-4C4B-AC56-7BECC0D1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623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把业务人员真实操作步骤和表达方式整理成示例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64B511-CEC9-47C3-8412-EBEFC072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C8A6F2-7736-4CD1-BBB7-AC120C3B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4 测试案例集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5FACD2-2A4E-415D-ACE4-9C4AE6C1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62350"/>
            <a:ext cx="914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0B5283-952E-41E9-A073-0B2B5819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766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新朝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6E8756-D006-4517-BED8-923D4374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62350"/>
            <a:ext cx="771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6876AE-4331-4BF1-8BBF-190EB659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766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7个任务分别形成测试案例，明确输入、期望输出和允许偏差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B85553-FC43-4221-9117-336B4253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4655D9-0EED-4F7F-A7BC-229B3B08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5 用户使用说明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DD9F7C-9EE1-4875-9DF0-4C04E5E3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76700"/>
            <a:ext cx="914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D25E6E-359C-47D0-B26D-52DAB22B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910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新朝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C6585A-C3BB-413B-B8B0-47BD4684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76700"/>
            <a:ext cx="771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2E4C1C-1AF2-46E9-93C1-40AD9BD4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910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站在业务用户角度说明提示词格式、输入要求和异常处理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D5F406-8092-4389-B9F6-71322351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BF3EB4-6AF6-4FC2-B394-E23FD4B2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6 模块化拆解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5C9723-0E3C-41CF-827B-DC2082A4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91050"/>
            <a:ext cx="914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F6171E-01E7-4117-B0D8-EA03F9A8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053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博强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477CE9-DA7E-4434-93FC-F65D4189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91050"/>
            <a:ext cx="771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FD7506-8204-4F93-8AB6-1072699F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053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把零件设计智能体拆成7个独立子智能体，便于测试和复用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7E42A7-762A-4268-A568-8F64EB9A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B29683-CFCC-4517-A9E3-AC37386D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7 持续改进说明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2866C7-8C83-4B9B-89C4-7E485322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05400"/>
            <a:ext cx="914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E95855-1CCF-4C53-B26C-99E5A335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197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博强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D27DD8-3B77-4393-A946-665831C5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105400"/>
            <a:ext cx="771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08B12C-1B21-40DB-9BDC-23ED0BE3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197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说明后续如何处理错误，逐步提高稳定性和正确率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6AB1D6-CA33-46BA-B916-E523F452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772150"/>
            <a:ext cx="904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A08178-3058-45BB-A9C5-AF1DA78F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7721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6E4D84-442E-4E9B-B805-5621B1D9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86450"/>
            <a:ext cx="847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汇报逻辑：按大纲展开，先讲方式方法和工作量，最后2页集中展示阶段效果和演示内容。</a:t>
            </a:r>
          </a:p>
        </p:txBody>
      </p:sp>
    </p:spTree>
    <p:extLst>
      <p:ext uri="{BB962C8B-B14F-4D97-AF65-F5344CB8AC3E}">
        <p14:creationId xmlns:p14="http://schemas.microsoft.com/office/powerpoint/2010/main" val="7746648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F31E89-10A8-4EB1-AB45-30AC12D2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工作方式方法：资料、规则、测试三件事联动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083CC-E6C5-4765-BBCE-A7845154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rPr>
              <a:t>不是单点调参，而是把业务知识、工具边界和评测闭环一起建起来。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600B1-F139-4148-8330-81C7C60D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8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D7658-8492-4A7F-89B3-F1045825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零件设计智能体优化工作技术汇报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906CE-2678-47F5-B45A-62A32F5D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A813E-FCA5-495E-98AF-B4FD48F1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7335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DFF2EF"/>
          </a:solidFill>
          <a:ln xmlns:a="http://schemas.openxmlformats.org/drawingml/2006/main" w="9525">
            <a:solidFill>
              <a:srgbClr val="C9D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7751D-56C9-4892-80E8-EA26033F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14F33-E41E-408D-9BBC-3C26164F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52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资料梳理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10144-DD9A-4C33-BB96-3F31BDF2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看源码、看接口、看业务材料，先把事实讲清楚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FC0D0-AE23-49C4-8DBF-EB882B99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288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A6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1A9B8-9E48-451D-9797-C941FA96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17335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5EFF7"/>
          </a:solidFill>
          <a:ln xmlns:a="http://schemas.openxmlformats.org/drawingml/2006/main" w="9525">
            <a:solidFill>
              <a:srgbClr val="C9D9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0B79F-7567-4BEE-BDDD-9B073B31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05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A11D8-AEAA-4C20-8CF6-7A34712F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规则沉淀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A1EE3-DA9C-43CE-BE52-8C45E3C1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193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把字段、状态、门禁、异常处理写进说明和技能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E446B-F7AB-4842-9A82-42ADAD4A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288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A6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45D00-34D9-4634-9C9A-E5BED8EB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95450"/>
            <a:ext cx="17335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DFF2EF"/>
          </a:solidFill>
          <a:ln xmlns:a="http://schemas.openxmlformats.org/drawingml/2006/main" w="9525">
            <a:solidFill>
              <a:srgbClr val="C9D9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F6B6D-ED40-4FAA-8705-B8239D90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05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8120C-C483-4084-B47E-E4DE3815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52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示例牵引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2D08A-D982-46DD-A6E1-8F83CCEF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193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用业务专家示例覆盖真实用户话术和操作路径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87652-BDE3-4A0E-90DC-9A9DAFEB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288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A6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B1A79-A878-442B-A88B-B959DC9A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95450"/>
            <a:ext cx="17335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5EFF7"/>
          </a:solidFill>
          <a:ln xmlns:a="http://schemas.openxmlformats.org/drawingml/2006/main" w="9525">
            <a:solidFill>
              <a:srgbClr val="C9D9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20C8C7-48B6-4891-AD50-902B6A52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05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4D0E7-B158-44BA-97BA-B1AB6FD7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52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测试闭环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B23CAC-94E9-4282-8FC1-C8F836E9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193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用测试案例和工作台记录每次优化后的结果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FF7FF8-49D6-45FA-B479-EB85B635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288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A6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CEAAFE-1345-4424-9930-1C62BA37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95450"/>
            <a:ext cx="17335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DFF2EF"/>
          </a:solidFill>
          <a:ln xmlns:a="http://schemas.openxmlformats.org/drawingml/2006/main" w="9525">
            <a:solidFill>
              <a:srgbClr val="C9D9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CF3728-7327-4EDB-80C4-9E4F7F30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05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06F115-16C8-4089-82D0-ACC5CD24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52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复盘再改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5DE5FE-0B05-4D33-A4A8-0957D013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193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失败项回写到工具说明、子智能体和测试集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25DCF2-0CE3-4D2E-9BC2-0F228A81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方法原则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24214A-6B53-4569-963E-8A1B3F2E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31051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FDFE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984E9B-C4C7-4B7B-8C7A-0F2A1D0E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7799E8-80EC-4E29-8043-43E43130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rPr>
              <a:t>先边界后执行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5BA6A0-B50E-40EB-873F-37196341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先判断需求属于任务、质量、变更、资料、NX还是报告/DFMEA，再选择工具。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264A24-91FA-4677-98A1-6F7E34AE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00550"/>
            <a:ext cx="31051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FDFE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65388F-0A70-47C7-B861-09BF4FC1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005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EB4C27-5F03-46C1-8379-865B7137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91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rPr>
              <a:t>先确认后写入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55AA88-7228-4099-956E-FB3A3DB8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91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写入、保存、上传、复制前，必须展示目标、改动、覆盖策略和失败暂停规则。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B7AAD7-A045-4EAE-948F-F4AE91B0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31051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FDFE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68CA1B-306E-4CF5-8961-849F97F3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A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DC51D9-39D2-4FB1-B8F3-51D9626A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91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rPr>
              <a:t>先留证后汇报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5D5923-9542-4F65-99D7-2F7E5832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91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交付结果必须留下路径、版本、校验或缺口说明，方便验收和复盘。</a:t>
            </a:r>
          </a:p>
        </p:txBody>
      </p:sp>
    </p:spTree>
    <p:extLst>
      <p:ext uri="{BB962C8B-B14F-4D97-AF65-F5344CB8AC3E}">
        <p14:creationId xmlns:p14="http://schemas.microsoft.com/office/powerpoint/2010/main" val="227534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539410-CC67-413A-AB0E-3A872C51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方法一：接口源码分析与模块说明同步推进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761B1-C4AA-4C8A-BA8E-3B1066DA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rPr>
              <a:t>先把四大系统能做什么、必须填什么、填错会怎样讲清楚，再反推智能体工具改进。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F346B-08DB-43AF-BD9E-7F5991FF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8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97E5B-B5DC-4030-A2E7-FF67225D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零件设计智能体优化工作技术汇报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1B941-76BF-43F7-9693-DB9490AF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2443C-6439-402F-B46E-10152140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4667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25551-7905-4669-98AD-77D3E28D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F2EF"/>
          </a:solidFill>
          <a:ln xmlns:a="http://schemas.openxmlformats.org/drawingml/2006/main" w="9525">
            <a:solidFill>
              <a:srgbClr val="DFF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E49A7-8475-4E97-AF85-51E1FF24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145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rPr>
              <a:t>IPM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E3EEC-897D-4439-844C-B6F9190F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907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设计任务入口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55261-8C24-4D7C-9D54-560701DB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955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rPr>
              <a:t>责任人、任务关键词、项目条件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B572B-BF8C-4921-B2B6-41519045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57350"/>
            <a:ext cx="4667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79FDC-2F90-4765-98C7-5CC72AD7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F2EF"/>
          </a:solidFill>
          <a:ln xmlns:a="http://schemas.openxmlformats.org/drawingml/2006/main" w="9525">
            <a:solidFill>
              <a:srgbClr val="DFF2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8DDE6-EC8A-4620-8B06-03ECFD35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145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rPr>
              <a:t>QPP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444F2-8343-414D-8A68-051A8E3E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907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质量计划要求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F9A0A-8FE6-47AE-84A3-498A23A3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rPr>
              <a:t>责任人、标题、项目编号、状态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3CC9C-2D27-45D7-A275-EAB08710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667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13C81-D71E-423E-9340-46D73800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FFF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1758D-5A24-44F5-AFEA-19C6AF2E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3847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rPr>
              <a:t>ECMS/ECR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AE9D0-B273-4DC6-B9C2-B6F266A8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146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变更背景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B96944-7451-4099-AE7B-073F59A8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194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rPr>
              <a:t>编号、主题、原因、责任人、平台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3135A1-ED9E-4692-8A44-22325AAE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81300"/>
            <a:ext cx="4667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78755-87BD-4E76-BA1E-4863561C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7180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FFF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C2188-44B1-4428-80FA-7A94CDEA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3847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rPr>
              <a:t>TC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0A23E-5F9E-4729-97F3-EE173A78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146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受控资料库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CA6844-3E70-4752-8CD5-1414601E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94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rPr>
              <a:t>图号、版本、文件夹、数据集、覆盖策略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3FBC98-7817-483E-AD36-0A22AB4C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形成的工作方法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B9FDD6-FBC0-407C-94BA-1F4631D0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• 用源码确认工具能力，不只看工具名称。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• 每个接口说明都写清楚使用场景、入参、出参和错误影响。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• 把接口说明转成调用规则、空条件保护、状态确认和写入门禁。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4A872C-F3F1-4786-8744-57B6D689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对应工作量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7B2E41-4AFB-4B9F-8C34-C13867CE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29150"/>
            <a:ext cx="1333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5B81BA-C586-491A-92F2-82C2E282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00600"/>
            <a:ext cx="99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rPr>
              <a:t>4类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D80AB0-304D-4593-879A-8C604F1E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2768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系统接口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D17762-7877-4E6B-88F2-46DFEE59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29150"/>
            <a:ext cx="1333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3B30B9-8BAF-4589-A932-A46793D9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00600"/>
            <a:ext cx="99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rPr>
              <a:t>7份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769E59-46E2-4B18-8615-39665B46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768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工具说明书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818033-8130-46C0-911A-AF4D0DFA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29150"/>
            <a:ext cx="1333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88DDBC-405D-4E0F-971E-15693462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800600"/>
            <a:ext cx="99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rPr>
              <a:t>3份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30524C-93DF-46C7-A1EF-6A09669E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2768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核心报告</a:t>
            </a:r>
          </a:p>
        </p:txBody>
      </p:sp>
    </p:spTree>
    <p:extLst>
      <p:ext uri="{BB962C8B-B14F-4D97-AF65-F5344CB8AC3E}">
        <p14:creationId xmlns:p14="http://schemas.microsoft.com/office/powerpoint/2010/main" val="17662826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E91811-7DD7-489B-9A77-4F36E9B2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方法二：业务专家示例与用户说明一起建设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7D9A1-F7E5-4854-A757-308C07B8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rPr>
              <a:t>把“业务人员怎么说、怎么做、哪里容易错”转成智能体可理解、用户可执行的材料。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CC9C9-9D84-4A17-8CBD-B2B54B38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8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AF456-DAE5-4960-87C0-08A5C054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零件设计智能体优化工作技术汇报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27CA0-2434-4F2B-8FC8-E12700A6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E1264-1955-466D-97B9-D697FE42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FF2E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3C460-4EAE-403E-A9DA-0EE9E377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36C58-8565-4E4E-9775-B9AAB42D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288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rPr>
              <a:t>业务专家示例集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2C9EC-8112-4E18-9957-77175E9E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453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按大纲要求，针对7个任务分别撰写操作示例，每个任务不少于10个。重点保留真实业务话术、操作步骤和易漏信息。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5A8E1-AA66-41F4-9BE8-36E52EDB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EFF7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0DE76-BDFE-4CDE-9157-BCBE7F43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9D131-462E-4F2E-BFCB-FFF7FB0C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288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rPr>
              <a:t>用户使用说明书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27CED-A4B2-4BBF-96C8-59456A50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28850"/>
            <a:ext cx="453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以测试案例集为基础，站在业务用户角度说明功能结构、工作流程、提示词基本格式、输入数据要求、运行状态和错误处理动作。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A9EF7-B4B8-4E6A-92EC-68CB3BB7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这种做法解决的问题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9ECFB-D4BC-4A20-980E-BC8D4144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7A478-3363-4B25-95DE-E07394E9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rPr>
              <a:t>从工具语言变成业务语言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FB1A7-2309-4E4F-91EF-54FAD588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用户说“查连杆任务”，智能体负责判断入口并选择工具。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75607-62F5-42C6-B194-1D86C5A5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4340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3F5D0-1506-49CB-97D5-E8EB3A37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52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rPr>
              <a:t>从经验操作变成可复用模板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CA03B-4B84-4C8D-B6D3-27B21CAC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149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把工程师实际步骤拆成输入、判断、确认、输出，后续可直接复用到提示词和技能规则。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F7A4A9-38A0-4A48-8F66-8AEA0585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4340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120052-B9D0-4760-BB89-E0DA7A38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52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rPr>
              <a:t>从出错后追问变成前置说明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8727A-301F-471B-A626-2E5420ED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149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提前说明输入要求、确认状态和失败处理动作。</a:t>
            </a:r>
          </a:p>
        </p:txBody>
      </p:sp>
    </p:spTree>
    <p:extLst>
      <p:ext uri="{BB962C8B-B14F-4D97-AF65-F5344CB8AC3E}">
        <p14:creationId xmlns:p14="http://schemas.microsoft.com/office/powerpoint/2010/main" val="1165973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BA9765-B3FB-4A34-B73E-3194134E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方法三：用测试案例和评测工作台客观评价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589B6-6E4A-4913-ABA3-14C72C93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rPr>
              <a:t>每个案例都有输入、期望输出和允许偏差，避免只凭主观感觉判断智能体是否变好。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8A3EC-0F0E-43DC-B2A2-3B33D37F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8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91B63-82C8-4E01-B8C7-5D217560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零件设计智能体优化工作技术汇报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705AB-9389-4A0F-90E7-CCC92E95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A6E8A-4E3C-45F1-912D-5BE7F860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1562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B88F1-3DB8-4D3E-A39D-63A3A0C9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64EFE-F224-4E10-87CA-92B6B261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子任务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12F3C-CE39-4AF0-A26D-050746BF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1562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363D1-9B12-4BED-9BC6-6B3840C5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907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28905-7FE6-4F6A-A3EA-F8312908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669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BC437-30AC-41AF-A482-9B8655E6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19250"/>
            <a:ext cx="1562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782CD-8D3B-47A0-B0AA-67EEFD39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907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rPr>
              <a:t>134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17485-644F-4BCB-9105-C60B4C30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669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验证点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60EC0-EAF5-434F-80EC-DFF5F349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19250"/>
            <a:ext cx="1562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6A796-EF96-416C-BD2C-5CD755B6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907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6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64A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39E10-DB37-41EF-A92B-D4AC7F3E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C596F-9EF2-42BF-8E35-43BEF0DE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1562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BC09B-6D06-4AEB-8D2D-136A8A87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907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F7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7D50"/>
                </a:solidFill>
                <a:latin typeface="Microsoft YaHei"/>
                <a:ea typeface="Microsoft YaHei"/>
                <a:cs typeface="Microsoft YaHei"/>
              </a:rPr>
              <a:t>58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67CC6-1E76-456C-ADA8-BFBACBBF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测试记录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A40885-1162-47E9-B4D0-11B88677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测试案例设计口径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72C54-0765-4C04-A910-BE8500AE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0A431F-7D0E-4BDB-8464-78488EAD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4A6BA-6191-4EAB-BDE0-6E961362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rPr>
              <a:t>场景覆盖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6E85C6-FC13-465E-A68C-6C4F1F30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7个任务，每个任务5个场景，覆盖业务人员主要操作。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18694-B184-4E2F-811C-DA01008E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671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5F253C-E2A6-4449-9A94-6A040C89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67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96B930-6EFA-419D-B8D3-F3A3A889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576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rPr>
              <a:t>验证点拆分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5DB219-C516-4E5A-8DD6-BD8734DD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577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按功能、交互、异常、数据一致性、响应时效进行拆分。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813E5C-F045-4065-A7CF-CCAF1253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502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E43CDF-DE41-42B7-AB3C-DA8D756B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A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337A7D-62D5-4B1C-8095-061B1424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版本复测：每轮记录来源、输入、耗时、结果和验证点判断。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1FEEFD-464B-4628-AF77-9EEBE037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评价维度权重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7887E1-0A4D-4703-BA97-84AA1730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05250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功能正确性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AEE812-ACDD-4377-8AF8-A1BE3F6B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33825"/>
            <a:ext cx="27241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EDF3F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64E667-0DFA-4820-A7A2-70F83E0A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33825"/>
            <a:ext cx="108966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E7A73"/>
          </a:solidFill>
          <a:ln xmlns:a="http://schemas.openxmlformats.org/drawingml/2006/main" w="9525">
            <a:solidFill>
              <a:srgbClr val="1E7A7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E98B8F-9766-473E-A3FD-4A4E9ACB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8957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1C4502-ED83-4B88-9628-B925B64B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67200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交互友好性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517B49-0A76-43D7-9D44-BC4B76C0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95775"/>
            <a:ext cx="27241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EDF3F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F24408-F5A1-4AA2-907B-E9B04906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95775"/>
            <a:ext cx="54483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F6C95"/>
          </a:solidFill>
          <a:ln xmlns:a="http://schemas.openxmlformats.org/drawingml/2006/main" w="9525">
            <a:solidFill>
              <a:srgbClr val="3F6C9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B960CA-4B94-49C7-BBFF-769836F8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2576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4DBF43-E3F4-4020-8AE3-4DD29B73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29150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异常处理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E468D0-A06E-4860-A5D4-08F52C9E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57725"/>
            <a:ext cx="27241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EDF3F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4C86D8-E1B1-40BA-83D6-876F27F5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57725"/>
            <a:ext cx="54483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64A4A"/>
          </a:solidFill>
          <a:ln xmlns:a="http://schemas.openxmlformats.org/drawingml/2006/main" w="9525">
            <a:solidFill>
              <a:srgbClr val="B64A4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1D66FC-DE93-456D-BE1A-0F8B4365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6196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6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64A4A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F96F65-25BE-4D6D-B4F8-FD4D3B92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91100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数据一致性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E8F05E-F49F-4B41-8632-702B138A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19675"/>
            <a:ext cx="27241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EDF3F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32754E-904E-4026-AF13-01E95992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19675"/>
            <a:ext cx="272415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F5AA8"/>
          </a:solidFill>
          <a:ln xmlns:a="http://schemas.openxmlformats.org/drawingml/2006/main" w="9525">
            <a:solidFill>
              <a:srgbClr val="6F5AA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E4BFFC-73DA-4083-B06B-E803A196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9815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F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5AA8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CFFEBC-67A8-494B-B29D-6F1F1C05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53050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响应时效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6AA57F-3983-4BAF-B9D5-5613893B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81625"/>
            <a:ext cx="27241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EDF3F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01A292-1491-4ED1-A770-0EDB1FCE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81625"/>
            <a:ext cx="272415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A66A16"/>
          </a:solidFill>
          <a:ln xmlns:a="http://schemas.openxmlformats.org/drawingml/2006/main" w="9525">
            <a:solidFill>
              <a:srgbClr val="A66A1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AAA638-EC71-463D-8F9C-C1F5B323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3435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</p:spTree>
    <p:extLst>
      <p:ext uri="{BB962C8B-B14F-4D97-AF65-F5344CB8AC3E}">
        <p14:creationId xmlns:p14="http://schemas.microsoft.com/office/powerpoint/2010/main" val="13479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F566FB-5E17-4B36-AD9D-8313E2C9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方法四：按7个任务拆解智能体并落到源码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0AD10-29FC-4925-A676-BC900295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rPr>
              <a:t>将大智能体拆成可测试、可复用、可定位问题的7个业务子智能体。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ADC9D-D3B8-44D0-A08B-DD2AA0DA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8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6F1F0-7472-441B-9BD4-09960DD4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零件设计智能体优化工作技术汇报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2FFD8-4830-4CCB-BCD7-A89A01D4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39EB5-F359-4780-8CD4-751309A6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19250"/>
            <a:ext cx="4076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61AE4-C920-45F1-BAB7-2B37037F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47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主智能体：只做路由、确认和汇总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B81D6-BF7D-4CA3-9FB2-62F0FF33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266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FF2EF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8716C-E349-4815-AC73-8C9E18FF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9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 任务入口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BB0CA-7436-4294-AF0F-426C42E1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90850"/>
            <a:ext cx="2266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FF2EF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F1611-D2EE-42EB-B033-37D4A4D5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9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2 模板准备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1BC55-3AC7-497F-9209-068943D6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2266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FF2EF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F0EE0-5AB1-4A0C-816C-8B35274C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3 参数方案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1CC9A9-B00F-4B3B-AD33-0E884969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90850"/>
            <a:ext cx="2266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FF2EF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0602F-53E8-4EF4-BB63-709CC3D1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09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4 建模回传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85594-0184-4917-B365-D8D23B19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2266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EF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ACB3F-40CF-4A5A-B622-C9DD0918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5 图纸证据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2F703-6A49-4AEF-A422-D117AF73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19550"/>
            <a:ext cx="2266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EF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FC84C-1702-424D-84B7-80777C54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386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6 DFMEA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482E1-12ED-49C5-9030-248A615B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9550"/>
            <a:ext cx="2266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EF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93C56-0214-414C-A1CF-A846C384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7 设计说明书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46DCF3-CE2A-415E-897B-DFEBEC95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20538-B342-40C3-903B-E9D2CD61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1495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81B039-25A8-4B41-B233-3CF81FC4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912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Agent定义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5C034C-43F4-475D-9CBF-423D346D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143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1F2098-C5E5-427C-9C4E-2A9C5B4A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31495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4DDDCD-4984-46CE-AEB1-CA0E5C79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912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技能模块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48422D-A46E-4EB2-A614-6FCF4EF8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CA5570-3FB0-4773-ACBC-4DA39265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1495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DF0035-BDA2-4E97-9A5C-F91A7BC8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7912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MCP工具契约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E08D1D-E6E6-4B1B-B6A4-F5E78BB6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43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E9EBAD-DC07-4B86-9E27-9EE9387C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1495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F7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7D5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1CB260-7EA0-495F-A532-1B21B16E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912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测试文件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8F3818-06C9-4C7A-992E-9A2F2C7C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76800"/>
            <a:ext cx="2933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32E947-62D7-41AB-8283-996B478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768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7768B0-9D0D-4A00-B9E7-621A1786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673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拆解后的价值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68AD99-BBCB-4057-88D6-D56511BF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6735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职责边界清楚，测试可定位到具体环节；成熟流程后续可复用到其他项目。</a:t>
            </a:r>
          </a:p>
        </p:txBody>
      </p:sp>
    </p:spTree>
    <p:extLst>
      <p:ext uri="{BB962C8B-B14F-4D97-AF65-F5344CB8AC3E}">
        <p14:creationId xmlns:p14="http://schemas.microsoft.com/office/powerpoint/2010/main" val="1455616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9B8FCC-7E02-45BF-8A11-25C6FAC6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工作量总览：围绕大纲形成一套交付资产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2C01F-F4D5-4566-974C-2FD57B39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rPr>
              <a:t>工作量不是零散文档，而是从接口、示例、测试、架构到持续改进的完整工程资产。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30BEE-F32C-4C04-BD93-2F4C7926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8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DA385-FB32-4E48-B5A3-C30F4236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零件设计智能体优化工作技术汇报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B1E1D-58FF-4B86-A2F5-20B515AF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7EB2D-1E32-4825-9409-50ABC1F1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B374C-7DC4-4F5F-B6C0-77A3A922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大纲工作线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51F65-4EAF-4767-BD0B-C8931C01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6210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6B201-6464-46FA-BE59-FE9E0BAF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764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7264F-3B9D-41A4-A2BF-8F1B4C0C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5621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733EF-8E43-48BD-844C-7E2B469E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764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主要交付物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8D300-A773-4ECD-8066-6BE78D3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62100"/>
            <a:ext cx="396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E8447-8846-4098-9B52-B65FBF91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76400"/>
            <a:ext cx="377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工作量体现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0ECB4-090C-472B-8FEB-F05758A4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大纲工作线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DA232-9D3C-45A8-86B2-B8DCA2F4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764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BB87D-D6EC-4BBD-878A-FCD6C65A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764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主要交付物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00AE3-FBA3-48C1-BFD8-46B76D41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764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工作量体现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920F6-B478-46C7-95EA-67638292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A0B01C-F7D7-4ADA-AF35-B3C59A83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接口分析与改进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2536C-0B6D-45E8-ACB5-F8833912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1930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0FAC5C-37AF-4939-A356-0F8ED013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336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博强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742E0-C230-4615-950B-3B35470B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193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38A2AB-48AE-4FBE-89D3-D55BCF5F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33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接口分析报告、调用工具改进方案、成效报告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259AF9-143A-4AAD-8AC7-53B68F84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9300"/>
            <a:ext cx="396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A4C2D8-7273-4397-8971-B6C54372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33600"/>
            <a:ext cx="377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4类系统、3份核心报告、改进规则可追溯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67A84F-F9B2-4946-B85E-4E5F0565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F4A24-30DC-4EEB-9390-4DE24B45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接口模块说明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5077D-EC81-4298-8723-A192CD9D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6700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96A13D-33B1-4692-A09C-5BBE106C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813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明芮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B5DD38-EFC8-432F-A67A-E7B09FA6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670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C84BB1-3A6B-4240-A3E6-3F372A9E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813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IPM、QPP、ECMS、TC查询/上传/导出说明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1BA056-0D45-4E76-A8BB-5BC12B75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67000"/>
            <a:ext cx="396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DC9281-D9DB-46EB-A0BB-7B699B48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377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7份工具说明书，覆盖入参、出参、场景和影响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0ABB35-818E-4A29-B1E1-246539ED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16AF4B-88A7-47D4-99EE-CDFC086F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专家示例与说明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25FC1A-52F5-45A8-81D1-F35B060A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1470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8B1BE2-CE6E-49F9-BECB-0C2A1DAB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290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世豪/新朝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A097F0-5920-46E6-8FD0-808160D4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147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B2395F-DF47-48A9-A195-4295F2C7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290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业务测试填写版、用户使用说明书口径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559B49-BDE8-41ED-806A-B6A6BD83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396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E97B43-00CE-4455-8201-980C6E57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377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按7任务组织示例和用户输入规范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9C53F2-50DB-4D4F-A45A-619B1B31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2C92C0-82EA-4893-A09F-7C423D3E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测试案例与复测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576AA7-FEC1-455A-9A41-EA12F844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6240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314F55-268D-4AE4-BC15-8AD34968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767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新朝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DEDF03-7AAE-473A-ACEC-141DAC1B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624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78A9E9-39B4-4158-B2A4-D90F2686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767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测试方案、日志、结果表、评测工作台数据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1F44A2-2C3A-4D17-B971-623646C7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62400"/>
            <a:ext cx="396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ECF6F1-AF55-4924-97C6-9A052440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76700"/>
            <a:ext cx="377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5个测试结果XLSX、6份JSONL日志、58条记录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8EA769-A664-4A85-A315-C072D102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74FABB-EFAA-4DE4-9720-987969DF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模块拆解与指南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C281B2-6213-4211-AAC0-626C51CC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1010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63A817-C54B-4299-A3EF-B1CBA4F4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244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博强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5B82FC-C145-42C1-BD61-D4A71556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101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319174-A1F7-42EA-ACA9-E0B3A47B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7244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软件模型架构说明、持续改进操作说明书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31AC2A-D9B5-4C34-A403-6B6BC2C5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10100"/>
            <a:ext cx="396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407984-580E-4263-9BBD-FED1DF19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24400"/>
            <a:ext cx="377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1主7子架构、8个文档包目录、可复用SOP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7EB124-4EDB-4776-A8BA-11E86208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10134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D76864E-85DD-4302-B243-C501CF46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19750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额外沉淀：源码侧 8 个 Agent、15 个技能模块、55 个 MCP 工具契约、25 个回归测试文件；评测侧 7 个子任务、35 个场景、134 个验证点。</a:t>
            </a:r>
          </a:p>
        </p:txBody>
      </p:sp>
    </p:spTree>
    <p:extLst>
      <p:ext uri="{BB962C8B-B14F-4D97-AF65-F5344CB8AC3E}">
        <p14:creationId xmlns:p14="http://schemas.microsoft.com/office/powerpoint/2010/main" val="13666552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DF0169-315D-404D-98F8-FA94C08B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阶段结果：最后再看效果，已有改善也暴露短板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456D5-4E1E-4994-A91F-CF926394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7080"/>
                </a:solidFill>
                <a:latin typeface="Microsoft YaHei"/>
                <a:ea typeface="Microsoft YaHei"/>
                <a:cs typeface="Microsoft YaHei"/>
              </a:rPr>
              <a:t>阶段结果来自评测工作台和阶段性成效报告，重点作为后续持续优化的量化依据。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2494F-6179-46A4-867A-8A6DF6B0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8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58C5A-CF86-4E58-8C96-1D185745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零件设计智能体优化工作技术汇报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6B61B-39DB-4BB6-8CAF-5039B3E2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8909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2B148-6937-480C-B45F-5E20C69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8F2C1-8DC5-409B-9BDC-C5AE36FE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5BDA9-DC5A-4457-901D-79D5CAB2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7A73"/>
                </a:solidFill>
                <a:latin typeface="Microsoft YaHei"/>
                <a:ea typeface="Microsoft YaHei"/>
                <a:cs typeface="Microsoft YaHei"/>
              </a:rPr>
              <a:t>任务抓取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1BA1D-D1FA-4CA8-817B-AD908140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约37.6分 → 约99.2分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任务入口从能查到但不稳定，提升到候选展示更清楚。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1D0D4-1B34-488B-8543-4624C8C4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14592-AD1E-4C11-8F80-673AC703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4379A-6F31-406D-BAF9-8732AB47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6C95"/>
                </a:solidFill>
                <a:latin typeface="Microsoft YaHei"/>
                <a:ea typeface="Microsoft YaHei"/>
                <a:cs typeface="Microsoft YaHei"/>
              </a:rPr>
              <a:t>TC/NX模板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60094-55BC-4038-8A6A-5D75AC1F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100分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推荐模板、打开模型、确认当前工作对象流程已经明显稳定。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7D423-6C0D-4801-AF2B-B3FEEF67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A3BF8-6B3C-4145-A088-D9A5077E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15F7A-62E0-4470-98B8-104B9E79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F7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D50"/>
                </a:solidFill>
                <a:latin typeface="Microsoft YaHei"/>
                <a:ea typeface="Microsoft YaHei"/>
                <a:cs typeface="Microsoft YaHei"/>
              </a:rPr>
              <a:t>建模回读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292F1-0B32-4FBE-B822-E1212360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100分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参数写入、回读或无需写入判断具备复核基础。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A0B8F-437B-4861-879E-098F8106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56359-8EB7-4ACF-87CC-CD38833C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A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B6A5F-F501-463D-A402-9DF5A9B4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66A16"/>
                </a:solidFill>
                <a:latin typeface="Microsoft YaHei"/>
                <a:ea typeface="Microsoft YaHei"/>
                <a:cs typeface="Microsoft YaHei"/>
              </a:rPr>
              <a:t>设计说明书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A3E3D-9A6B-4346-B4E2-E68B3DC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约95.2分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23/23槽位填充，截图证据链增强，响应时间仍需优化。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DFC12E-EE68-4FE9-B557-D230B82F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E6E6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A345A-E3DB-42CC-A61E-A134E7B5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34015-8A0C-4323-B2C9-8F22A357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24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B6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64A4A"/>
                </a:solidFill>
                <a:latin typeface="Microsoft YaHei"/>
                <a:ea typeface="Microsoft YaHei"/>
                <a:cs typeface="Microsoft YaHei"/>
              </a:rPr>
              <a:t>DFMEA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BF78BB-4FAD-4B7F-8A0E-FA511D89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2430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7项风险项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可生成风险项、RPN和文件证据，稳定交付仍需提升。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02BCF1-3A5D-49DE-B054-E691BD15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阶段判断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DDF7AB-C2BC-409D-BFB9-FF1AC4CB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387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当前工作已经从“工具能不能调用”推进到“流程是否稳定、结果是否完整、交付是否可验收”。后续重点是把外部接口问题、长流程耗时和真实TC回传验证继续纳入闭环。</a:t>
            </a:r>
          </a:p>
        </p:txBody>
      </p:sp>
    </p:spTree>
    <p:extLst>
      <p:ext uri="{BB962C8B-B14F-4D97-AF65-F5344CB8AC3E}">
        <p14:creationId xmlns:p14="http://schemas.microsoft.com/office/powerpoint/2010/main" val="15069365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16578-EDA2-4ACC-9976-5C59C4AC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演示内容与后续推进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879BB-74F6-4A67-8869-BE29593E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D6E2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6E2EC"/>
                </a:solidFill>
                <a:latin typeface="Microsoft YaHei"/>
                <a:ea typeface="Microsoft YaHei"/>
                <a:cs typeface="Microsoft YaHei"/>
              </a:rPr>
              <a:t>最后用演示视频承接工作方式：不是展示单个工具，而是展示完整流程如何被拆解、确认、留证。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D615C-A65F-4C3F-BEB5-859BEABE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648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443E"/>
          </a:solidFill>
          <a:ln xmlns:a="http://schemas.openxmlformats.org/drawingml/2006/main" w="9525">
            <a:solidFill>
              <a:srgbClr val="2E58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77C77-0DD3-4AE0-8B1D-222BF169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任务入口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F2DAB-1B9F-4707-8372-E5093AF1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rPr>
              <a:t>从业务话术进入多系统任务抓取，展示候选并让用户确认。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1045A-DAA1-4150-A2B9-5E024B2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24050"/>
            <a:ext cx="4648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33A55"/>
          </a:solidFill>
          <a:ln xmlns:a="http://schemas.openxmlformats.org/drawingml/2006/main" w="9525">
            <a:solidFill>
              <a:srgbClr val="2E587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AE5A0-642C-4D60-8EA2-6B4EFC25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模板确认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36CC6-0BFF-4641-8E15-B4585161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rPr>
              <a:t>区分TC候选、NX已打开和当前工作对象，避免误进入参数阶段。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3E8E2-A8FB-48DB-A01E-2B8248A0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4648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443E"/>
          </a:solidFill>
          <a:ln xmlns:a="http://schemas.openxmlformats.org/drawingml/2006/main" w="9525">
            <a:solidFill>
              <a:srgbClr val="2E587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AEB9D-A852-4350-8FAA-BA504110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参数与建模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A39D1-21E7-40CD-BD0B-DF68D18F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rPr>
              <a:t>形成参数方案，执行确认后的写入或无需写入判断，并回读结果。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05A95-547E-4111-9CB8-953C656C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14700"/>
            <a:ext cx="4648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33A55"/>
          </a:solidFill>
          <a:ln xmlns:a="http://schemas.openxmlformats.org/drawingml/2006/main" w="9525">
            <a:solidFill>
              <a:srgbClr val="2E58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66222-FBAA-41C6-A444-E996675A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交付文件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A286F-4982-4B58-AFFC-51F49577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rPr>
              <a:t>生成设计说明书、DFMEA或截图证据，返回文件路径和缺口说明。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90077-64E2-43C0-A57A-0B883FC7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10401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C5BA7-846B-4E6E-913F-BAB98F73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76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后续推进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E0EB1-BB0D-4BB3-B275-C210F0DF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578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2437"/>
                </a:solidFill>
                <a:latin typeface="Microsoft YaHei"/>
                <a:ea typeface="Microsoft YaHei"/>
                <a:cs typeface="Microsoft YaHei"/>
              </a:rPr>
              <a:t>固化任务内容完整展示；区分外部接口不可用与智能体逻辑问题；优化报告/DFMEA长流程耗时；在真实凭据和网络条件下继续验证TC上传、复制、覆盖。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4D34F-97D2-4E7B-9E23-90ADD91A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9BAE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BAEB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71756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2026-06-25T18:33:43.4490000Z</dcterms:created>
  <dcterms:modified xsi:type="dcterms:W3CDTF">2026-06-25T18:33:43.4490000Z</dcterms:modified>
</coreProperties>
</file>